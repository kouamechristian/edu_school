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EDU-SCHOOL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063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0B981"/>
                </a:solidFill>
                <a:latin typeface="Calibri"/>
              </a:rPr>
              <a:t>La plateforme tout-en-un de gestion scolaire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4E2"/>
                </a:solidFill>
                <a:latin typeface="Calibri"/>
              </a:rPr>
              <a:t>Back-office  ·  Espace Parent  ·  Espace Enseignant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2C6"/>
                </a:solidFill>
                <a:latin typeface="Calibri"/>
              </a:rPr>
              <a:t>Présentation client — 02/07/2026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Une plateforme, trois 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Back-office — piloter tout l'établissement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546474"/>
                </a:solidFill>
                <a:latin typeface="Calibri"/>
              </a:rPr>
              <a:t>•   Administration, scolarité, académique, finances, comptabilité, RH &amp; paie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Espace Parent — suivre la scolarité et payer en ligne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546474"/>
                </a:solidFill>
                <a:latin typeface="Calibri"/>
              </a:rPr>
              <a:t>•   Notes, absences, emploi du temps, paiements, réinscription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Espace Enseignant — gérer cours, notes et absences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546474"/>
                </a:solidFill>
                <a:latin typeface="Calibri"/>
              </a:rPr>
              <a:t>•   Saisie des évaluations, assiduité, contribution aux bulletins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Accessible par navigateur, multi-établissements, en franc CFA (FCFA)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POINTS FORTS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Pourquoi EDU-SCHOOL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Centralisation : un seul outil, du recrutement à la comptabilité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Sécurité par rôles : chaque profil ne voit que son périmètre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Encaissements &amp; paiement en ligne : reçus automatiques, Mobile Money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Documents prêts à imprimer : bulletins, reçus, listes, états (PDF/Excel)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Intelligence Artificielle intégrée (assiduité, appréciations, rapports)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Supervision multi-établissements dédiée au fondateur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Le Back-office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4E2"/>
                </a:solidFill>
                <a:latin typeface="Calibri"/>
              </a:rPr>
              <a:t>Pour les équipes : super-administrateur, fondateur, administrateur, directeur, éducateur, caisse, RH, recouvrement...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Rôles &amp;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Super-administrateur — paramétrage global, tous les établissements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Fondateur — supervision, validation des caisses et versements, autorisations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Administrateur — gestion complète d'un établissement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Directeur — académique, notes &amp; évaluations, absences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Éducateur &amp; Enseignant — cours, notes, assiduité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Caisse · RH · Recouvrement · Inscription — rôles métiers dédiés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46474"/>
                </a:solidFill>
                <a:latin typeface="Calibri"/>
              </a:rPr>
              <a:t>Accès cloisonné : chaque utilisateur n'accède qu'aux modules autorisés par son rôle.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Administration &amp;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Groupes d'établissements &amp; établissements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Années scolaires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Structure pédagogique : cycles, niveaux, filières, séries, classes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Frais de scolarité &amp; échéanciers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Salles, plages horaires, types de documents, matières équivalentes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Gestion des élèves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Préinscription (nouvel ou ancien élève) → validation → inscription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Base de données élèves consolidée (toutes années confondues)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Affectation en classe, transferts, exclusions, archives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Boursiers, redoublants, frais rattachés par niveau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Rapports imprimables : effectifs, listes, fiches élèves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Académique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Matières, types de matières, matières équivalentes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Emplois du temps par classe et par enseignant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Gestion des enseignants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Rapports académiques riches 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546474"/>
                </a:solidFill>
                <a:latin typeface="Calibri"/>
              </a:rPr>
              <a:t>•   majors, tableaux statistiques, moyennes par matière, listes de mérite...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Notes, évaluations &amp; bulletins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Périodes scolaires (trimestres / semestres)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Saisie et validation des évaluations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Calcul automatique des moyennes et des rangs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Bulletins &amp; bilans, avec modèle imprimable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Publication contrôlée : visibles aux parents une fois validés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Absences &amp; assiduité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Saisie des absences et des retards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Justification et suivi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Rapport d'assiduité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Détection des élèves à risque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Finances — Caisse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Ouverture de caisse par caissier, validée par le fondateur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Encaissements (espèces, Mobile Money, virement, chèque) + reçu automatique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Imputation par échéancier, recherche instantanée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Dépenses &amp; versements bancaires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Solde de caisse en temps réel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Comptabilité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Journal comptable alimenté automatiquement depuis les mouvements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Grand livre &amp; plan comptable (recettes ventilées par frais)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Rapports : compte de résultat, trésorerie, balance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Rapprochement caisse / banque, clôtures de période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Exports PDF &amp; Excel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Ressources Humaines &amp; Paie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Employés &amp; contrats de travail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Paie : bulletins avec CNPS &amp; ITS (barème paramétrable)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Livre de paie, état des cotisations, historique par employé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Paiement des salaires relié à la caisse et à la comptabilité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Exports PDF &amp; Excel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Recouvrement &amp; supervision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Recouvrement — suivi des soldes et des impayés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Relances des familles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Espace Fondateur — tableau de bord consolidé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Validation des caisses, approbation des versements, autorisations de dépense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Intelligence Artificielle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Analyse de l'assiduité et alertes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Aide à la rédaction des appréciations de bulletins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Assistant / chatbot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Génération assistée de rapports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46474"/>
                </a:solidFill>
                <a:latin typeface="Calibri"/>
              </a:rPr>
              <a:t>L'IA assiste les équipes sans remplacer la décision humaine.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L'Espace 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4E2"/>
                </a:solidFill>
                <a:latin typeface="Calibri"/>
              </a:rPr>
              <a:t>Pour les familles : suivre la scolarité et payer en ligne, en toute autonomie.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ESPACE PARENT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Suivi de la scolarité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Auto-inscription en ligne via le matricule national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Connexion simple par numéro de téléphone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Tableau « Mes enfants » — plusieurs enfants rattachables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Consultation des notes et des bulletins publiés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Absences et emploi du temps de l'enfant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ESPACE PARENT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Finances &amp; services en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Paiement des frais de scolarité en ligne (Mobile Money / passerelle)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Historique des paiements et reçus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Réinscription en ligne d'un ancien élève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Notifications (cloche + page dédiée)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46474"/>
                </a:solidFill>
                <a:latin typeface="Calibri"/>
              </a:rPr>
              <a:t>Moins de déplacements, plus de transparence pour les familles.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L'Espace Enseignant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4E2"/>
                </a:solidFill>
                <a:latin typeface="Calibri"/>
              </a:rPr>
              <a:t>Pour les enseignants : gérer cours, notes et assiduité au quotidien.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ESPACE ENSEIGNANT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Outils de l'enseignant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Mes cours &amp; emploi du temps personnel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Mes élèves, par classe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Saisie des évaluations et des notes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Gestion des absences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Contribution aux bulletins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Sécurité &amp; technologie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Application web moderne (Symfony / PHP), accessible par navigateur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Accès cloisonné par rôle et par établissement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Multi-établissements — pensé pour les groupes scolaires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Traçabilité : validations, journaux, confirmations sécurisées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Documents et données centralisés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10896"/>
            <a:ext cx="109728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VALEUR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Bénéfices pour votre établissement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Gain de temps administratif au quotidien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Transparence financière et meilleur recouvrement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Communication renforcée avec les parents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Décisions pilotées par les données — et par l'IA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2A4A"/>
                </a:solidFill>
                <a:latin typeface="Calibri"/>
              </a:rPr>
              <a:t>▸  Une solution évolutive qui grandit avec votre école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291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0B981"/>
                </a:solidFill>
                <a:latin typeface="Calibri"/>
              </a:rPr>
              <a:t>Passons à une démonstration adaptée à votre établissement.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4E2"/>
                </a:solidFill>
                <a:latin typeface="Calibri"/>
              </a:rPr>
              <a:t>EDU-SCHOOL — Back-office · Espace Parent · Espace Enseignant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